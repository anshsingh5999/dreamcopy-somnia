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09" y="3390951"/>
            <a:ext cx="17160843" cy="1276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84"/>
              </a:lnSpc>
              <a:buNone/>
            </a:pPr>
            <a:r>
              <a:rPr lang="en-US" sz="10500" spc="-158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DreamCopy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583" y="5029230"/>
            <a:ext cx="9722801" cy="2019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1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 copy-trading for DreamDEX on Somnia testnet. Followers deposit collateral into a vault; when a trader fills an order, an indexer mirrors a proportional trade on-chain.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583" y="9250698"/>
            <a:ext cx="670591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583" y="1981191"/>
            <a:ext cx="99059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583" y="3466150"/>
            <a:ext cx="99059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583" y="2707979"/>
            <a:ext cx="373396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83080" y="2588014"/>
            <a:ext cx="2614649" cy="31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371583" y="4951110"/>
            <a:ext cx="99059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583" y="4192938"/>
            <a:ext cx="373396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83080" y="4072973"/>
            <a:ext cx="2588645" cy="31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371583" y="6436069"/>
            <a:ext cx="99059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583" y="5677897"/>
            <a:ext cx="373396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83080" y="5557932"/>
            <a:ext cx="3448488" cy="31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demo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371583" y="7921028"/>
            <a:ext cx="99059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583" y="7162856"/>
            <a:ext cx="373396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83080" y="7042891"/>
            <a:ext cx="4673953" cy="31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roadmap</a:t>
            </a:r>
            <a:endParaRPr lang="en-US" sz="3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715111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18" y="3440948"/>
            <a:ext cx="2992376" cy="2609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46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18" y="6507939"/>
            <a:ext cx="393770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5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copy-trading is friction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53" y="3722316"/>
            <a:ext cx="11746204" cy="4240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watch skilled traders manually, then replicate trades — slow, error-prone.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live in a centralized exchange or wallet — custody risk, no yield.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settlement guarantees if a trader disappears or the platform fails.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DreamDEX has no native copy feature — DreamCopy fills that gap on-chain.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715111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18" y="3440948"/>
            <a:ext cx="2992376" cy="2609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46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18" y="6507939"/>
            <a:ext cx="3867089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5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contracts, wired tight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583" y="2957759"/>
            <a:ext cx="2778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583" y="2389856"/>
            <a:ext cx="2595075" cy="197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50006" y="2957759"/>
            <a:ext cx="1208054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16706" y="2389856"/>
            <a:ext cx="12176260" cy="197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583" y="3947505"/>
            <a:ext cx="2778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583" y="3356990"/>
            <a:ext cx="2595075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TraderRegistry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150006" y="3947505"/>
            <a:ext cx="1208054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416706" y="3356990"/>
            <a:ext cx="12176260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traders, record win rates, check trader identity on trade results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371583" y="4937252"/>
            <a:ext cx="2778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1583" y="4346736"/>
            <a:ext cx="2595075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CopyVault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150006" y="4937252"/>
            <a:ext cx="1208054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16706" y="4346736"/>
            <a:ext cx="12176260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vault per trader; manage allocations, risk controls, pause/resume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371583" y="5926998"/>
            <a:ext cx="277842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583" y="5336482"/>
            <a:ext cx="2595075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ReferralRegistry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150006" y="5926998"/>
            <a:ext cx="1208054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16706" y="5336482"/>
            <a:ext cx="12176260" cy="23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referrer leaderboard; 0.5% first-deposit fee rebate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1583" y="7325889"/>
            <a:ext cx="12572972" cy="259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1125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must stay in sync — immutable pointers ensure tight coupling. Funds never leave the vault except back to the depositor.</a:t>
            </a:r>
            <a:endParaRPr lang="en-US" sz="112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715111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vault works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583" y="3181250"/>
            <a:ext cx="8004827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39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583" y="3762259"/>
            <a:ext cx="7495429" cy="172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902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deposits collateral (USDso). They get shares, proportional to the pool. CopyVault manages all positions; executeCopy mirrors the trader's entire pooled balance in one atomic call.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39260" y="3181250"/>
            <a:ext cx="8004827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39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by design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39260" y="3762259"/>
            <a:ext cx="7495429" cy="2219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902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Pool-wide circuit breakers: maxAllocationPct, maxLossPerTrade, pauseCopying. Stop-loss cumulative tracker auto-pauses once a threshold breaches. No per-follower override — all followers share the same trades and risk.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715111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18" y="3440948"/>
            <a:ext cx="2992376" cy="2609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46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18" y="6507939"/>
            <a:ext cx="5108171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demo</a:t>
            </a:r>
            <a:endParaRPr lang="en-US" sz="5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today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583" y="3181250"/>
            <a:ext cx="497904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39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583" y="3762259"/>
            <a:ext cx="4662201" cy="2219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902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on-chain read of traders, sorted by followers or win rate. Verified and Rising badges via TraderRegistry.recordTradeResult (SELL fills only — realized P&amp;L).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88553" y="3181250"/>
            <a:ext cx="4970456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39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Multi-follow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88553" y="3762259"/>
            <a:ext cx="4654154" cy="2219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902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to several traders in one deposit. Advisory intent via setAllocations — the pool still executes the full position per trader.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397711" y="3181250"/>
            <a:ext cx="4970531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39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97711" y="3762259"/>
            <a:ext cx="4654224" cy="172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902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first-deposit fee, on-chain leaderboard. Any address can refer; ReferralRegistry maintains an enumerable list.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715111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→ Deposit → Trade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53" y="3722316"/>
            <a:ext cx="11746204" cy="4240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/traders leaderboard, pick a trader, click Follow. Your approval intent registers in TraderRegistry.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USDso on /follow via DepositModal. Referral code optional. Funds land in CopyVault and emit share tokens.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detects trader's order fill on DreamDEX via WebSocket. Executor mirrors the trade on-chain (proportional to pool allocation). Trade recorded, performance badge earned on next SELL.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863675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18" y="3440948"/>
            <a:ext cx="2992376" cy="2609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46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18" y="6507939"/>
            <a:ext cx="7131309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roadmap</a:t>
            </a:r>
            <a:endParaRPr lang="en-US" sz="5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issues — we ship it anyway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53" y="3722316"/>
            <a:ext cx="11746204" cy="6221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not yet provisioned. Trade history and live activity feed render empty states; full schema ready in docs/supabase_schema.sql.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DreamDEX WS feed unverified — staging endpoint unreachable during build. Detector has defensive fallbacks; parseTradeEvent logs anything uncertain.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quirks: eth_estimateGas undershoots by ~10×, broadcast txs flaky independent of gas. eth_getLogs capped at 1000-block range — full-history scans not viable. Learned the hard way.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proportional position sizing yet — trades mirror raw fill quantity 1:1 (capped by maxAllocationPct), not scaled to pool size vs. trader capital.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863675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18" y="1528774"/>
            <a:ext cx="17132673" cy="49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71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analytics, smart notifications, templates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53" y="3722316"/>
            <a:ext cx="11746204" cy="523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— per-trader and per-follower performance, cumulative realized P&amp;L, Sharpe ratio, win rate drill-down.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Notifications — wins/stops/allocations, opt-in per follower, tied to notification_prefs on-chain.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Strategy Templates — pre-built allocations across verified traders; bundle-follow in a single tx.</a:t>
            </a:r>
            <a:endParaRPr lang="en-US" sz="2700" dirty="0"/>
          </a:p>
          <a:p>
            <a:pPr algn="l" indent="0" marL="0">
              <a:lnSpc>
                <a:spcPct val="125194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position sizing — scale trades to pool size; avoid follower leverage creep.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583" y="9745979"/>
            <a:ext cx="2863675" cy="1600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09" y="3638558"/>
            <a:ext cx="17160843" cy="1276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84"/>
              </a:lnSpc>
              <a:buNone/>
            </a:pPr>
            <a:r>
              <a:rPr lang="en-US" sz="10500" spc="-158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Somnia testnet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583" y="5276836"/>
            <a:ext cx="9722801" cy="152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1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deployed, web live, indexer running. Ready for design partners and auditors. Chain 50312, DreamDEX pools verified, docs in the repo.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583" y="9250698"/>
            <a:ext cx="3086154" cy="19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08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docs/ARCHITECTURE.md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2026-09-01T09:06:11Z</dcterms:created>
  <dcterms:modified xsi:type="dcterms:W3CDTF">2026-09-01T09:06:11Z</dcterms:modified>
</cp:coreProperties>
</file>